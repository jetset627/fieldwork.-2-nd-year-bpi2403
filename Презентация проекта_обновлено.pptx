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3" r:id="rId14"/>
    <p:sldId id="264" r:id="rId15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DB8F0"/>
                </a:solidFill>
                <a:latin typeface="Segoe UI"/>
              </a:rPr>
              <a:t>🔎  БАЗА ЗНАНИЙ УНИВЕРСИТЕТА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Интеллектуальная поисковая система по внутренней базе знаний</a:t>
            </a:r>
          </a:p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C7CEDC"/>
                </a:solidFill>
                <a:latin typeface="Segoe UI"/>
              </a:rPr>
              <a:t>Полнотекстовый поиск по документам PDF и DOCX на базе Elasticsearch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512064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Учебная практика (технологическая)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09.03.04 «Программная инженерия» · группа БПИ24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МТУСИ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О ПРОЕКТЕ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Цель и функциональность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</a:rPr>
              <a:t>Веб-приложение для поиска по внутренней базе знаний университета: загрузка документов, их индексация и быстрый полнотекстовый поиск с подсветкой найденных фрагментов.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881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Загрузка PDF и DOCX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drag-and-drop, множественная загрузка, до 20 МБ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Извлечение текста и индексация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автоматический разбор и сохранение в поисковый индекс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Полнотекстовый поиск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ранжирование по релевантности, подсветка совпадений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История и кеширование запросов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сохранение истории, кеш повторных запросов</a:t>
            </a:r>
          </a:p>
          <a:p>
            <a:pPr>
              <a:spcAft>
                <a:spcPts val="15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Контейнеризация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запуск всего стека одной командой (Docker Compose)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ИНФРАСТРУКТУРА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DevOps: сборка, запуск, мониторинг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Контейнеризация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Dockerfile для бэкенда (FastAPI) и фронтенда (Nginx)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Оркестрация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docker-compose.yml — весь стек одной командой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CI/CD (GitHub Actions)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линтеры → тесты → автоматическая сборка образов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Управление конфигурацией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секреты через .env, шаблон .env.example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Мониторинг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Prometheus (метрики /search, время ответа) + Grafana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Автоматизация данных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init.sh — загрузка 10 тестовых документов через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КАЧЕСТВО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Тестирование и качество кода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~80%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покрытие кода  (норма 50%)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115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юнит-тестов  pytest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50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польз. в нагрузке  Locust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9136" y="1737360"/>
            <a:ext cx="2606040" cy="13716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i="0">
                <a:solidFill>
                  <a:srgbClr val="2563EB"/>
                </a:solidFill>
                <a:latin typeface="Segoe UI"/>
              </a:rPr>
              <a:t>P@3</a:t>
            </a:r>
          </a:p>
          <a:p>
            <a:pPr algn="ctr"/>
            <a:r>
              <a:rPr sz="1200" b="0" i="0">
                <a:solidFill>
                  <a:srgbClr val="6B7280"/>
                </a:solidFill>
                <a:latin typeface="Segoe UI"/>
              </a:rPr>
              <a:t>оценка качества  поиска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881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Юнит-тесты (pytest)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парсинг документов, валидация, сервисы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E2E-тесты (Playwright)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сценарий: загрузка → индексация → поиск → результаты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Нагрузочные тесты (Locust)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50 одновременных пользователей, отчёт о времени отклика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1F2430"/>
                </a:solidFill>
                <a:latin typeface="Segoe UI"/>
              </a:rPr>
              <a:t>Качество кода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—  PEP 8 / ruff / eslint, docstrings, документация OpenAPI (Swagger)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9DB8F0"/>
                </a:solidFill>
                <a:latin typeface="Segoe UI"/>
              </a:rPr>
              <a:t>ИТОГИ</a:t>
            </a:r>
          </a:p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Результаты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Выполнены все требования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BE-01…10 · FE-01…09 · DO-01…07 · QA-01…06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Рабочее веб-приложение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загрузка, полнотекстовый поиск, подсветка, история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Полная инфраструктура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Docker, CI/CD, мониторинг, запуск одной командой</a:t>
            </a:r>
          </a:p>
          <a:p>
            <a:pPr>
              <a:spcAft>
                <a:spcPts val="1500"/>
              </a:spcAft>
            </a:pPr>
            <a:r>
              <a:rPr sz="19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900" b="1" i="0">
                <a:solidFill>
                  <a:srgbClr val="FFFFFF"/>
                </a:solidFill>
                <a:latin typeface="Segoe UI"/>
              </a:rPr>
              <a:t>Документация</a:t>
            </a:r>
            <a:r>
              <a:rPr sz="1500" b="0" i="0">
                <a:solidFill>
                  <a:srgbClr val="B4BDCC"/>
                </a:solidFill>
                <a:latin typeface="Segoe UI"/>
              </a:rPr>
              <a:t>  —  README, руководство пользователя, Swagger UI (/docs)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51560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Запуск:  docker compose up   →   http://localhost:3000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API и документация:  http://localhost:8000/docs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СЕРВЕРНАЯ ЧАСТЬ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Backend: API, индексация, поиск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REST API (FastAPI)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загрузка, поиск, история; документация OpenAPI / Swagger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Валидация файлов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формат PDF/DOCX и размер до 20 МБ, генерация UUID документа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Извлечение и чанкинг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pdfplumber / python-docx, сегменты по 1000 символов (перекрытие 100)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Elasticsearch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русскоязычный анализатор, индекс documents, поиск multi_match по релевантности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Кеширование (Redis)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повторные запросы из кеша, TTL 5 минут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Хранение (PostgreSQL)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метаданные документов и история поисковых запросов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FD3FF"/>
                </a:solidFill>
                <a:latin typeface="Segoe UI"/>
              </a:rPr>
              <a:t>ИНТЕРФЕЙС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Frontend: клиентская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Загрузка (Drag-and-Drop)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множественная загрузка, прогресс и статусы каждого файла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Список документов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название, дата загрузки, статус индексации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Поиск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поле ввода с кнопкой «Найти» и запуском по клавише Enter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Карточки результатов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имя файла, номер страницы, фрагмент, оценка релевантности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Подсветка совпадений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выделение найденных слов жёлтым фоном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1F2430"/>
                </a:solidFill>
                <a:latin typeface="Segoe UI"/>
              </a:rPr>
              <a:t>Пагинация и адаптив</a:t>
            </a:r>
            <a:r>
              <a:rPr sz="1700" b="0" i="0">
                <a:solidFill>
                  <a:srgbClr val="6B7280"/>
                </a:solidFill>
                <a:latin typeface="Segoe UI"/>
              </a:rPr>
              <a:t>  —  по 10 результатов, экраны 320–1920px; React +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